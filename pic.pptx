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90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9" name="组合 48"/>
          <p:cNvGrpSpPr/>
          <p:nvPr/>
        </p:nvGrpSpPr>
        <p:grpSpPr>
          <a:xfrm>
            <a:off x="1225550" y="0"/>
            <a:ext cx="10289540" cy="7363460"/>
            <a:chOff x="1930" y="0"/>
            <a:chExt cx="16204" cy="11596"/>
          </a:xfrm>
        </p:grpSpPr>
        <p:sp>
          <p:nvSpPr>
            <p:cNvPr id="4" name="矩形 3"/>
            <p:cNvSpPr/>
            <p:nvPr/>
          </p:nvSpPr>
          <p:spPr>
            <a:xfrm>
              <a:off x="7008" y="0"/>
              <a:ext cx="5669" cy="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输入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Github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仓库链接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7008" y="5373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Core Metric Selector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 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根据项目类型筛选关键指标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008" y="1131"/>
              <a:ext cx="5669" cy="8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Supervisor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调度各个任务节点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008" y="2545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Project Parser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提取项目基础信息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 rot="0">
              <a:off x="3411" y="3959"/>
              <a:ext cx="12864" cy="850"/>
              <a:chOff x="3497" y="3959"/>
              <a:chExt cx="12864" cy="850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3497" y="3959"/>
                <a:ext cx="5669" cy="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500" b="1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Type Classifier Agent</a:t>
                </a:r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：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判断</a:t>
                </a:r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开源项目类型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10693" y="3959"/>
                <a:ext cx="5669" cy="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500" b="1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Metric Collector Agent</a:t>
                </a:r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：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调用接口获取指标数据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7008" y="6787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RAG Retrieval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从知识库中检索指标的定义和适用场景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7008" y="8201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Evaluation Judge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结合指标结果和定义生成评估报告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008" y="9615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Quality Guard Agent</a:t>
              </a:r>
              <a:r>
                <a:rPr 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一致性检查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008" y="11030"/>
              <a:ext cx="5669" cy="5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输出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仓库评估报告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cxnSp>
          <p:nvCxnSpPr>
            <p:cNvPr id="16" name="直接箭头连接符 15"/>
            <p:cNvCxnSpPr>
              <a:stCxn id="4" idx="2"/>
              <a:endCxn id="5" idx="0"/>
            </p:cNvCxnSpPr>
            <p:nvPr/>
          </p:nvCxnSpPr>
          <p:spPr>
            <a:xfrm>
              <a:off x="9843" y="567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2"/>
              <a:endCxn id="11" idx="0"/>
            </p:cNvCxnSpPr>
            <p:nvPr/>
          </p:nvCxnSpPr>
          <p:spPr>
            <a:xfrm>
              <a:off x="9843" y="6223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1" idx="2"/>
              <a:endCxn id="12" idx="0"/>
            </p:cNvCxnSpPr>
            <p:nvPr/>
          </p:nvCxnSpPr>
          <p:spPr>
            <a:xfrm>
              <a:off x="9843" y="7637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2" idx="2"/>
              <a:endCxn id="13" idx="0"/>
            </p:cNvCxnSpPr>
            <p:nvPr/>
          </p:nvCxnSpPr>
          <p:spPr>
            <a:xfrm>
              <a:off x="9843" y="9051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3" idx="2"/>
              <a:endCxn id="15" idx="0"/>
            </p:cNvCxnSpPr>
            <p:nvPr/>
          </p:nvCxnSpPr>
          <p:spPr>
            <a:xfrm>
              <a:off x="9843" y="10465"/>
              <a:ext cx="0" cy="5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肘形连接符 20"/>
            <p:cNvCxnSpPr>
              <a:stCxn id="7" idx="2"/>
              <a:endCxn id="8" idx="0"/>
            </p:cNvCxnSpPr>
            <p:nvPr/>
          </p:nvCxnSpPr>
          <p:spPr>
            <a:xfrm rot="5400000">
              <a:off x="7762" y="1878"/>
              <a:ext cx="564" cy="3598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stCxn id="7" idx="2"/>
              <a:endCxn id="10" idx="0"/>
            </p:cNvCxnSpPr>
            <p:nvPr/>
          </p:nvCxnSpPr>
          <p:spPr>
            <a:xfrm rot="5400000" flipV="1">
              <a:off x="11361" y="1878"/>
              <a:ext cx="564" cy="3599"/>
            </a:xfrm>
            <a:prstGeom prst="bentConnector3">
              <a:avLst>
                <a:gd name="adj1" fmla="val 49911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5" idx="2"/>
              <a:endCxn id="7" idx="0"/>
            </p:cNvCxnSpPr>
            <p:nvPr/>
          </p:nvCxnSpPr>
          <p:spPr>
            <a:xfrm>
              <a:off x="9843" y="1981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肘形连接符 23"/>
            <p:cNvCxnSpPr>
              <a:stCxn id="8" idx="2"/>
              <a:endCxn id="9" idx="0"/>
            </p:cNvCxnSpPr>
            <p:nvPr/>
          </p:nvCxnSpPr>
          <p:spPr>
            <a:xfrm rot="5400000" flipV="1">
              <a:off x="7762" y="3292"/>
              <a:ext cx="564" cy="3598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肘形连接符 24"/>
            <p:cNvCxnSpPr>
              <a:stCxn id="10" idx="2"/>
              <a:endCxn id="9" idx="0"/>
            </p:cNvCxnSpPr>
            <p:nvPr/>
          </p:nvCxnSpPr>
          <p:spPr>
            <a:xfrm rot="5400000">
              <a:off x="11361" y="3292"/>
              <a:ext cx="564" cy="3599"/>
            </a:xfrm>
            <a:prstGeom prst="bentConnector3">
              <a:avLst>
                <a:gd name="adj1" fmla="val 49911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肘形连接符 30"/>
            <p:cNvCxnSpPr>
              <a:stCxn id="13" idx="1"/>
              <a:endCxn id="5" idx="1"/>
            </p:cNvCxnSpPr>
            <p:nvPr/>
          </p:nvCxnSpPr>
          <p:spPr>
            <a:xfrm rot="10800000" flipH="1">
              <a:off x="7008" y="1556"/>
              <a:ext cx="5" cy="8484"/>
            </a:xfrm>
            <a:prstGeom prst="bentConnector3">
              <a:avLst>
                <a:gd name="adj1" fmla="val -9258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/>
          </p:nvSpPr>
          <p:spPr>
            <a:xfrm>
              <a:off x="9388" y="10617"/>
              <a:ext cx="909" cy="26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PASS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930" y="5677"/>
              <a:ext cx="909" cy="2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FAIL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7" name="流程图: 磁盘 36"/>
            <p:cNvSpPr/>
            <p:nvPr/>
          </p:nvSpPr>
          <p:spPr>
            <a:xfrm>
              <a:off x="3181" y="6683"/>
              <a:ext cx="1943" cy="1058"/>
            </a:xfrm>
            <a:prstGeom prst="flowChartMagneticDisk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知识库</a:t>
              </a:r>
              <a:endParaRPr lang="zh-CN" altLang="en-US"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38" name="直接箭头连接符 37"/>
            <p:cNvCxnSpPr>
              <a:stCxn id="11" idx="1"/>
              <a:endCxn id="37" idx="4"/>
            </p:cNvCxnSpPr>
            <p:nvPr/>
          </p:nvCxnSpPr>
          <p:spPr>
            <a:xfrm flipH="1">
              <a:off x="5124" y="7212"/>
              <a:ext cx="188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矩形 38"/>
            <p:cNvSpPr/>
            <p:nvPr/>
          </p:nvSpPr>
          <p:spPr>
            <a:xfrm>
              <a:off x="17040" y="1130"/>
              <a:ext cx="1094" cy="79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Redis</a:t>
              </a:r>
              <a:endParaRPr lang="en-US" altLang="zh-CN" sz="15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40" name="直接箭头连接符 39"/>
            <p:cNvCxnSpPr>
              <a:endCxn id="10" idx="3"/>
            </p:cNvCxnSpPr>
            <p:nvPr/>
          </p:nvCxnSpPr>
          <p:spPr>
            <a:xfrm flipH="1" flipV="1">
              <a:off x="16276" y="4384"/>
              <a:ext cx="77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>
              <a:endCxn id="5" idx="3"/>
            </p:cNvCxnSpPr>
            <p:nvPr/>
          </p:nvCxnSpPr>
          <p:spPr>
            <a:xfrm flipH="1" flipV="1">
              <a:off x="12677" y="1556"/>
              <a:ext cx="43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endCxn id="12" idx="3"/>
            </p:cNvCxnSpPr>
            <p:nvPr/>
          </p:nvCxnSpPr>
          <p:spPr>
            <a:xfrm flipH="1">
              <a:off x="12677" y="8594"/>
              <a:ext cx="43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文本框 43"/>
            <p:cNvSpPr txBox="1"/>
            <p:nvPr/>
          </p:nvSpPr>
          <p:spPr>
            <a:xfrm>
              <a:off x="14173" y="1117"/>
              <a:ext cx="145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Agent</a:t>
              </a:r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状态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6408" y="3731"/>
              <a:ext cx="511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指标</a:t>
              </a:r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缓存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4173" y="8151"/>
              <a:ext cx="145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历史报告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3758" y="2156"/>
              <a:ext cx="2650" cy="123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API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en-US" alt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GitHub API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en-US" alt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OpenDigger API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cxnSp>
          <p:nvCxnSpPr>
            <p:cNvPr id="48" name="直接箭头连接符 47"/>
            <p:cNvCxnSpPr>
              <a:endCxn id="47" idx="2"/>
            </p:cNvCxnSpPr>
            <p:nvPr/>
          </p:nvCxnSpPr>
          <p:spPr>
            <a:xfrm flipH="1" flipV="1">
              <a:off x="15083" y="3395"/>
              <a:ext cx="1" cy="57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WPS 演示</Application>
  <PresentationFormat>宽屏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yihan wang</dc:creator>
  <cp:lastModifiedBy>wyh</cp:lastModifiedBy>
  <cp:revision>7</cp:revision>
  <dcterms:created xsi:type="dcterms:W3CDTF">2023-08-09T12:44:00Z</dcterms:created>
  <dcterms:modified xsi:type="dcterms:W3CDTF">2026-04-28T13:30:56Z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F36F92FE6229402AAAB36CA804DE0BEE_12</vt:lpwstr>
  </property>
</Properties>
</file>